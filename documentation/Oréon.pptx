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grandir" panose="020B0604020202020204" charset="0"/>
      <p:regular r:id="rId10"/>
    </p:embeddedFont>
    <p:embeddedFont>
      <p:font typeface="Playfair Display" panose="00000500000000000000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02" y="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ski Lukas" userId="771b2594-553a-4abb-a0db-582d37c4f911" providerId="ADAL" clId="{98B7B874-2DD1-49E7-8CB6-28676409E9A5}"/>
    <pc:docChg chg="custSel modSld">
      <pc:chgData name="Graski Lukas" userId="771b2594-553a-4abb-a0db-582d37c4f911" providerId="ADAL" clId="{98B7B874-2DD1-49E7-8CB6-28676409E9A5}" dt="2026-06-16T13:03:07.956" v="1" actId="3626"/>
      <pc:docMkLst>
        <pc:docMk/>
      </pc:docMkLst>
      <pc:sldChg chg="modSp mod">
        <pc:chgData name="Graski Lukas" userId="771b2594-553a-4abb-a0db-582d37c4f911" providerId="ADAL" clId="{98B7B874-2DD1-49E7-8CB6-28676409E9A5}" dt="2026-06-16T13:03:07.956" v="1" actId="3626"/>
        <pc:sldMkLst>
          <pc:docMk/>
          <pc:sldMk cId="0" sldId="256"/>
        </pc:sldMkLst>
        <pc:spChg chg="mod">
          <ac:chgData name="Graski Lukas" userId="771b2594-553a-4abb-a0db-582d37c4f911" providerId="ADAL" clId="{98B7B874-2DD1-49E7-8CB6-28676409E9A5}" dt="2026-06-16T13:03:07.956" v="1" actId="362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Graski Lukas" userId="771b2594-553a-4abb-a0db-582d37c4f911" providerId="ADAL" clId="{98B7B874-2DD1-49E7-8CB6-28676409E9A5}" dt="2026-06-16T13:02:57.887" v="0" actId="3626"/>
        <pc:sldMkLst>
          <pc:docMk/>
          <pc:sldMk cId="0" sldId="257"/>
        </pc:sldMkLst>
        <pc:spChg chg="mod">
          <ac:chgData name="Graski Lukas" userId="771b2594-553a-4abb-a0db-582d37c4f911" providerId="ADAL" clId="{98B7B874-2DD1-49E7-8CB6-28676409E9A5}" dt="2026-06-16T13:02:57.887" v="0" actId="3626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://localhost:8080/db_testing/2526-3bhitm-sommerprojekt-l-graski/project/index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8080/db_testing/2526-3bhitm-sommerprojekt-l-graski/project/index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95116" y="-6819685"/>
            <a:ext cx="10124574" cy="101245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172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831690" y="6982111"/>
            <a:ext cx="10124574" cy="101245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7172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21685" y="3307740"/>
            <a:ext cx="14044630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7"/>
              </a:lnSpc>
              <a:spcBef>
                <a:spcPct val="0"/>
              </a:spcBef>
            </a:pPr>
            <a:r>
              <a:rPr lang="en-US" sz="21156" dirty="0" err="1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Oréon</a:t>
            </a:r>
            <a:endParaRPr lang="en-US" sz="21156" dirty="0">
              <a:solidFill>
                <a:srgbClr val="717236"/>
              </a:solidFill>
              <a:latin typeface="Playfair Display"/>
              <a:ea typeface="Playfair Display"/>
              <a:cs typeface="Playfair Display"/>
              <a:sym typeface="Playfair Display"/>
              <a:hlinkClick r:id="rId2" tooltip="http://localhost:8080/db_testing/2526-3bhitm-sommerprojekt-l-graski/project/index.html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-652220" y="1441452"/>
            <a:ext cx="3361839" cy="2605425"/>
          </a:xfrm>
          <a:custGeom>
            <a:avLst/>
            <a:gdLst/>
            <a:ahLst/>
            <a:cxnLst/>
            <a:rect l="l" t="t" r="r" b="b"/>
            <a:pathLst>
              <a:path w="3361839" h="2605425">
                <a:moveTo>
                  <a:pt x="0" y="0"/>
                </a:moveTo>
                <a:lnTo>
                  <a:pt x="3361840" y="0"/>
                </a:lnTo>
                <a:lnTo>
                  <a:pt x="3361840" y="2605425"/>
                </a:lnTo>
                <a:lnTo>
                  <a:pt x="0" y="260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724718" y="6077049"/>
            <a:ext cx="3069165" cy="2919543"/>
          </a:xfrm>
          <a:custGeom>
            <a:avLst/>
            <a:gdLst/>
            <a:ahLst/>
            <a:cxnLst/>
            <a:rect l="l" t="t" r="r" b="b"/>
            <a:pathLst>
              <a:path w="3069165" h="2919543">
                <a:moveTo>
                  <a:pt x="0" y="0"/>
                </a:moveTo>
                <a:lnTo>
                  <a:pt x="3069164" y="0"/>
                </a:lnTo>
                <a:lnTo>
                  <a:pt x="3069164" y="2919543"/>
                </a:lnTo>
                <a:lnTo>
                  <a:pt x="0" y="2919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57762" y="1225796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0" y="0"/>
                </a:moveTo>
                <a:lnTo>
                  <a:pt x="1726413" y="0"/>
                </a:lnTo>
                <a:lnTo>
                  <a:pt x="1726413" y="1318548"/>
                </a:lnTo>
                <a:lnTo>
                  <a:pt x="0" y="13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217381" y="7922808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0" y="0"/>
                </a:moveTo>
                <a:lnTo>
                  <a:pt x="1726413" y="0"/>
                </a:lnTo>
                <a:lnTo>
                  <a:pt x="1726413" y="1318548"/>
                </a:lnTo>
                <a:lnTo>
                  <a:pt x="0" y="13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531308">
            <a:off x="12889058" y="946356"/>
            <a:ext cx="2109471" cy="1877429"/>
          </a:xfrm>
          <a:custGeom>
            <a:avLst/>
            <a:gdLst/>
            <a:ahLst/>
            <a:cxnLst/>
            <a:rect l="l" t="t" r="r" b="b"/>
            <a:pathLst>
              <a:path w="2109471" h="1877429">
                <a:moveTo>
                  <a:pt x="0" y="0"/>
                </a:moveTo>
                <a:lnTo>
                  <a:pt x="2109471" y="0"/>
                </a:lnTo>
                <a:lnTo>
                  <a:pt x="2109471" y="1877428"/>
                </a:lnTo>
                <a:lnTo>
                  <a:pt x="0" y="187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554746">
            <a:off x="2986808" y="6835635"/>
            <a:ext cx="2003558" cy="2572787"/>
          </a:xfrm>
          <a:custGeom>
            <a:avLst/>
            <a:gdLst/>
            <a:ahLst/>
            <a:cxnLst/>
            <a:rect l="l" t="t" r="r" b="b"/>
            <a:pathLst>
              <a:path w="2003558" h="2572787">
                <a:moveTo>
                  <a:pt x="0" y="0"/>
                </a:moveTo>
                <a:lnTo>
                  <a:pt x="2003558" y="0"/>
                </a:lnTo>
                <a:lnTo>
                  <a:pt x="2003558" y="2572787"/>
                </a:lnTo>
                <a:lnTo>
                  <a:pt x="0" y="2572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6320129" y="6317624"/>
            <a:ext cx="5647742" cy="177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4"/>
              </a:lnSpc>
              <a:spcBef>
                <a:spcPct val="0"/>
              </a:spcBef>
            </a:pPr>
            <a:r>
              <a:rPr lang="en-US" sz="3695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Schmuck, der</a:t>
            </a:r>
          </a:p>
          <a:p>
            <a:pPr algn="ctr">
              <a:lnSpc>
                <a:spcPts val="4434"/>
              </a:lnSpc>
              <a:spcBef>
                <a:spcPct val="0"/>
              </a:spcBef>
            </a:pPr>
            <a:r>
              <a:rPr lang="en-US" sz="3695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deine Geschichte</a:t>
            </a:r>
          </a:p>
          <a:p>
            <a:pPr algn="ctr">
              <a:lnSpc>
                <a:spcPts val="4434"/>
              </a:lnSpc>
              <a:spcBef>
                <a:spcPct val="0"/>
              </a:spcBef>
            </a:pPr>
            <a:r>
              <a:rPr lang="en-US" sz="3695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erzählt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77022" y="0"/>
            <a:ext cx="6910978" cy="10287000"/>
            <a:chOff x="0" y="0"/>
            <a:chExt cx="182017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0175" cy="2709333"/>
            </a:xfrm>
            <a:custGeom>
              <a:avLst/>
              <a:gdLst/>
              <a:ahLst/>
              <a:cxnLst/>
              <a:rect l="l" t="t" r="r" b="b"/>
              <a:pathLst>
                <a:path w="1820175" h="2709333">
                  <a:moveTo>
                    <a:pt x="0" y="0"/>
                  </a:moveTo>
                  <a:lnTo>
                    <a:pt x="1820175" y="0"/>
                  </a:lnTo>
                  <a:lnTo>
                    <a:pt x="182017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5A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017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13262" y="1589764"/>
            <a:ext cx="6684591" cy="300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4"/>
              </a:lnSpc>
            </a:pPr>
            <a:r>
              <a:rPr lang="en-US" sz="8727" dirty="0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Was </a:t>
            </a:r>
            <a:r>
              <a:rPr lang="en-US" sz="8727" dirty="0" err="1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ist</a:t>
            </a:r>
            <a:endParaRPr lang="en-US" sz="8727" dirty="0">
              <a:solidFill>
                <a:srgbClr val="71723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l">
              <a:lnSpc>
                <a:spcPts val="12044"/>
              </a:lnSpc>
            </a:pPr>
            <a:r>
              <a:rPr lang="en-US" sz="8727" dirty="0" err="1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Oréon</a:t>
            </a:r>
            <a:endParaRPr lang="en-US" sz="8727" dirty="0">
              <a:solidFill>
                <a:srgbClr val="717236"/>
              </a:solidFill>
              <a:latin typeface="Playfair Display"/>
              <a:ea typeface="Playfair Display"/>
              <a:cs typeface="Playfair Display"/>
              <a:sym typeface="Playfair Display"/>
              <a:hlinkClick r:id="rId2" tooltip="http://localhost:8080/db_testing/2526-3bhitm-sommerprojekt-l-graski/project/index.htm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13262" y="5087887"/>
            <a:ext cx="6987385" cy="151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2843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Ein Shop für persönliche und individuelle Schmuckstücke mit eigenem Konfigurator.</a:t>
            </a:r>
          </a:p>
        </p:txBody>
      </p:sp>
      <p:sp>
        <p:nvSpPr>
          <p:cNvPr id="7" name="Freeform 7"/>
          <p:cNvSpPr/>
          <p:nvPr/>
        </p:nvSpPr>
        <p:spPr>
          <a:xfrm rot="1702376">
            <a:off x="9175023" y="4792498"/>
            <a:ext cx="7132475" cy="3637562"/>
          </a:xfrm>
          <a:custGeom>
            <a:avLst/>
            <a:gdLst/>
            <a:ahLst/>
            <a:cxnLst/>
            <a:rect l="l" t="t" r="r" b="b"/>
            <a:pathLst>
              <a:path w="7132475" h="3637562">
                <a:moveTo>
                  <a:pt x="0" y="0"/>
                </a:moveTo>
                <a:lnTo>
                  <a:pt x="7132474" y="0"/>
                </a:lnTo>
                <a:lnTo>
                  <a:pt x="7132474" y="3637562"/>
                </a:lnTo>
                <a:lnTo>
                  <a:pt x="0" y="3637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2819360">
            <a:off x="15164053" y="1579925"/>
            <a:ext cx="3857979" cy="4592832"/>
          </a:xfrm>
          <a:custGeom>
            <a:avLst/>
            <a:gdLst/>
            <a:ahLst/>
            <a:cxnLst/>
            <a:rect l="l" t="t" r="r" b="b"/>
            <a:pathLst>
              <a:path w="3857979" h="4592832">
                <a:moveTo>
                  <a:pt x="0" y="0"/>
                </a:moveTo>
                <a:lnTo>
                  <a:pt x="3857979" y="0"/>
                </a:lnTo>
                <a:lnTo>
                  <a:pt x="3857979" y="4592833"/>
                </a:lnTo>
                <a:lnTo>
                  <a:pt x="0" y="4592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40261" y="8733985"/>
            <a:ext cx="1373001" cy="1048629"/>
          </a:xfrm>
          <a:custGeom>
            <a:avLst/>
            <a:gdLst/>
            <a:ahLst/>
            <a:cxnLst/>
            <a:rect l="l" t="t" r="r" b="b"/>
            <a:pathLst>
              <a:path w="1373001" h="1048629">
                <a:moveTo>
                  <a:pt x="0" y="0"/>
                </a:moveTo>
                <a:lnTo>
                  <a:pt x="1373001" y="0"/>
                </a:lnTo>
                <a:lnTo>
                  <a:pt x="1373001" y="1048630"/>
                </a:lnTo>
                <a:lnTo>
                  <a:pt x="0" y="1048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409968" y="820484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0" y="0"/>
                </a:moveTo>
                <a:lnTo>
                  <a:pt x="1726413" y="0"/>
                </a:lnTo>
                <a:lnTo>
                  <a:pt x="1726413" y="1318548"/>
                </a:lnTo>
                <a:lnTo>
                  <a:pt x="0" y="13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50308" y="1599289"/>
            <a:ext cx="6684591" cy="1376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16"/>
              </a:lnSpc>
            </a:pPr>
            <a:r>
              <a:rPr lang="en-US" sz="8127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Hauptfeatures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50308" y="4171424"/>
            <a:ext cx="6987385" cy="199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3872" lvl="1" indent="-306936" algn="l">
              <a:lnSpc>
                <a:spcPts val="3866"/>
              </a:lnSpc>
              <a:buFont typeface="Arial"/>
              <a:buChar char="•"/>
            </a:pPr>
            <a:r>
              <a:rPr lang="en-US" sz="2843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Personalisierung mittels Konfigurator</a:t>
            </a:r>
          </a:p>
          <a:p>
            <a:pPr marL="613872" lvl="1" indent="-306936" algn="l">
              <a:lnSpc>
                <a:spcPts val="3866"/>
              </a:lnSpc>
              <a:buFont typeface="Arial"/>
              <a:buChar char="•"/>
            </a:pPr>
            <a:r>
              <a:rPr lang="en-US" sz="2843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Konfiguration speichern &amp; später weiterbearbeiten</a:t>
            </a:r>
          </a:p>
          <a:p>
            <a:pPr marL="613872" lvl="1" indent="-306936" algn="l">
              <a:lnSpc>
                <a:spcPts val="3866"/>
              </a:lnSpc>
              <a:buFont typeface="Arial"/>
              <a:buChar char="•"/>
            </a:pPr>
            <a:r>
              <a:rPr lang="en-US" sz="2843">
                <a:solidFill>
                  <a:srgbClr val="5A5A2C"/>
                </a:solidFill>
                <a:latin typeface="Agrandir"/>
                <a:ea typeface="Agrandir"/>
                <a:cs typeface="Agrandir"/>
                <a:sym typeface="Agrandir"/>
              </a:rPr>
              <a:t>interaktive 3D-Vorschau</a:t>
            </a:r>
          </a:p>
        </p:txBody>
      </p:sp>
      <p:sp>
        <p:nvSpPr>
          <p:cNvPr id="4" name="Freeform 4"/>
          <p:cNvSpPr/>
          <p:nvPr/>
        </p:nvSpPr>
        <p:spPr>
          <a:xfrm>
            <a:off x="-589358" y="2033714"/>
            <a:ext cx="3833208" cy="2252010"/>
          </a:xfrm>
          <a:custGeom>
            <a:avLst/>
            <a:gdLst/>
            <a:ahLst/>
            <a:cxnLst/>
            <a:rect l="l" t="t" r="r" b="b"/>
            <a:pathLst>
              <a:path w="3833208" h="2252010">
                <a:moveTo>
                  <a:pt x="0" y="0"/>
                </a:moveTo>
                <a:lnTo>
                  <a:pt x="3833207" y="0"/>
                </a:lnTo>
                <a:lnTo>
                  <a:pt x="3833207" y="2252010"/>
                </a:lnTo>
                <a:lnTo>
                  <a:pt x="0" y="2252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238078">
            <a:off x="2070997" y="7495399"/>
            <a:ext cx="3120414" cy="4006952"/>
          </a:xfrm>
          <a:custGeom>
            <a:avLst/>
            <a:gdLst/>
            <a:ahLst/>
            <a:cxnLst/>
            <a:rect l="l" t="t" r="r" b="b"/>
            <a:pathLst>
              <a:path w="3120414" h="4006952">
                <a:moveTo>
                  <a:pt x="0" y="0"/>
                </a:moveTo>
                <a:lnTo>
                  <a:pt x="3120414" y="0"/>
                </a:lnTo>
                <a:lnTo>
                  <a:pt x="3120414" y="4006952"/>
                </a:lnTo>
                <a:lnTo>
                  <a:pt x="0" y="4006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869460" y="6851621"/>
            <a:ext cx="4295747" cy="2647254"/>
          </a:xfrm>
          <a:custGeom>
            <a:avLst/>
            <a:gdLst/>
            <a:ahLst/>
            <a:cxnLst/>
            <a:rect l="l" t="t" r="r" b="b"/>
            <a:pathLst>
              <a:path w="4295747" h="2647254">
                <a:moveTo>
                  <a:pt x="0" y="0"/>
                </a:moveTo>
                <a:lnTo>
                  <a:pt x="4295747" y="0"/>
                </a:lnTo>
                <a:lnTo>
                  <a:pt x="4295747" y="2647254"/>
                </a:lnTo>
                <a:lnTo>
                  <a:pt x="0" y="264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8638927">
            <a:off x="13473005" y="-969429"/>
            <a:ext cx="2887297" cy="3996258"/>
          </a:xfrm>
          <a:custGeom>
            <a:avLst/>
            <a:gdLst/>
            <a:ahLst/>
            <a:cxnLst/>
            <a:rect l="l" t="t" r="r" b="b"/>
            <a:pathLst>
              <a:path w="2887297" h="3996258">
                <a:moveTo>
                  <a:pt x="0" y="0"/>
                </a:moveTo>
                <a:lnTo>
                  <a:pt x="2887297" y="0"/>
                </a:lnTo>
                <a:lnTo>
                  <a:pt x="2887297" y="3996258"/>
                </a:lnTo>
                <a:lnTo>
                  <a:pt x="0" y="3996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3854371" y="5755552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1726413" y="0"/>
                </a:moveTo>
                <a:lnTo>
                  <a:pt x="0" y="0"/>
                </a:lnTo>
                <a:lnTo>
                  <a:pt x="0" y="1318548"/>
                </a:lnTo>
                <a:lnTo>
                  <a:pt x="1726413" y="1318548"/>
                </a:lnTo>
                <a:lnTo>
                  <a:pt x="172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418501" y="1900608"/>
            <a:ext cx="1648591" cy="1259111"/>
          </a:xfrm>
          <a:custGeom>
            <a:avLst/>
            <a:gdLst/>
            <a:ahLst/>
            <a:cxnLst/>
            <a:rect l="l" t="t" r="r" b="b"/>
            <a:pathLst>
              <a:path w="1648591" h="1259111">
                <a:moveTo>
                  <a:pt x="0" y="0"/>
                </a:moveTo>
                <a:lnTo>
                  <a:pt x="1648591" y="0"/>
                </a:lnTo>
                <a:lnTo>
                  <a:pt x="1648591" y="1259111"/>
                </a:lnTo>
                <a:lnTo>
                  <a:pt x="0" y="1259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1837" y="0"/>
            <a:ext cx="11836163" cy="10287000"/>
            <a:chOff x="0" y="0"/>
            <a:chExt cx="31173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7343" cy="2709333"/>
            </a:xfrm>
            <a:custGeom>
              <a:avLst/>
              <a:gdLst/>
              <a:ahLst/>
              <a:cxnLst/>
              <a:rect l="l" t="t" r="r" b="b"/>
              <a:pathLst>
                <a:path w="3117343" h="2709333">
                  <a:moveTo>
                    <a:pt x="0" y="0"/>
                  </a:moveTo>
                  <a:lnTo>
                    <a:pt x="3117343" y="0"/>
                  </a:lnTo>
                  <a:lnTo>
                    <a:pt x="31173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5A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173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114938" flipH="1">
            <a:off x="1829938" y="1864018"/>
            <a:ext cx="5610125" cy="6936785"/>
          </a:xfrm>
          <a:custGeom>
            <a:avLst/>
            <a:gdLst/>
            <a:ahLst/>
            <a:cxnLst/>
            <a:rect l="l" t="t" r="r" b="b"/>
            <a:pathLst>
              <a:path w="5610125" h="6936785">
                <a:moveTo>
                  <a:pt x="5610125" y="0"/>
                </a:moveTo>
                <a:lnTo>
                  <a:pt x="0" y="0"/>
                </a:lnTo>
                <a:lnTo>
                  <a:pt x="0" y="6936785"/>
                </a:lnTo>
                <a:lnTo>
                  <a:pt x="5610125" y="6936785"/>
                </a:lnTo>
                <a:lnTo>
                  <a:pt x="561012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876226" y="1832652"/>
            <a:ext cx="6684591" cy="300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4"/>
              </a:lnSpc>
            </a:pPr>
            <a:r>
              <a:rPr lang="en-US" sz="8727">
                <a:solidFill>
                  <a:srgbClr val="F6F3E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Technischer Aufbau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76226" y="5330775"/>
            <a:ext cx="6987385" cy="248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2843">
                <a:solidFill>
                  <a:srgbClr val="F6F3E4"/>
                </a:solidFill>
                <a:latin typeface="Agrandir"/>
                <a:ea typeface="Agrandir"/>
                <a:cs typeface="Agrandir"/>
                <a:sym typeface="Agrandir"/>
              </a:rPr>
              <a:t>Frontend: HTML, CSS, JavaScript</a:t>
            </a:r>
          </a:p>
          <a:p>
            <a:pPr algn="l">
              <a:lnSpc>
                <a:spcPts val="3866"/>
              </a:lnSpc>
            </a:pPr>
            <a:r>
              <a:rPr lang="en-US" sz="2843">
                <a:solidFill>
                  <a:srgbClr val="F6F3E4"/>
                </a:solidFill>
                <a:latin typeface="Agrandir"/>
                <a:ea typeface="Agrandir"/>
                <a:cs typeface="Agrandir"/>
                <a:sym typeface="Agrandir"/>
              </a:rPr>
              <a:t>Backend: PHP</a:t>
            </a:r>
          </a:p>
          <a:p>
            <a:pPr algn="l">
              <a:lnSpc>
                <a:spcPts val="3866"/>
              </a:lnSpc>
            </a:pPr>
            <a:r>
              <a:rPr lang="en-US" sz="2843">
                <a:solidFill>
                  <a:srgbClr val="F6F3E4"/>
                </a:solidFill>
                <a:latin typeface="Agrandir"/>
                <a:ea typeface="Agrandir"/>
                <a:cs typeface="Agrandir"/>
                <a:sym typeface="Agrandir"/>
              </a:rPr>
              <a:t>DB: PHPMyAdmin</a:t>
            </a:r>
          </a:p>
          <a:p>
            <a:pPr algn="l">
              <a:lnSpc>
                <a:spcPts val="3866"/>
              </a:lnSpc>
            </a:pPr>
            <a:r>
              <a:rPr lang="en-US" sz="2843">
                <a:solidFill>
                  <a:srgbClr val="F6F3E4"/>
                </a:solidFill>
                <a:latin typeface="Agrandir"/>
                <a:ea typeface="Agrandir"/>
                <a:cs typeface="Agrandir"/>
                <a:sym typeface="Agrandir"/>
              </a:rPr>
              <a:t>Animationen: GSAP &amp; ScrollTrigger</a:t>
            </a:r>
          </a:p>
          <a:p>
            <a:pPr algn="l">
              <a:lnSpc>
                <a:spcPts val="3866"/>
              </a:lnSpc>
            </a:pPr>
            <a:r>
              <a:rPr lang="en-US" sz="2843">
                <a:solidFill>
                  <a:srgbClr val="F6F3E4"/>
                </a:solidFill>
                <a:latin typeface="Agrandir"/>
                <a:ea typeface="Agrandir"/>
                <a:cs typeface="Agrandir"/>
                <a:sym typeface="Agrandir"/>
              </a:rPr>
              <a:t>3D-View: Babylon JS</a:t>
            </a:r>
          </a:p>
        </p:txBody>
      </p:sp>
      <p:sp>
        <p:nvSpPr>
          <p:cNvPr id="8" name="Freeform 8"/>
          <p:cNvSpPr/>
          <p:nvPr/>
        </p:nvSpPr>
        <p:spPr>
          <a:xfrm>
            <a:off x="4635000" y="731433"/>
            <a:ext cx="1373001" cy="1048629"/>
          </a:xfrm>
          <a:custGeom>
            <a:avLst/>
            <a:gdLst/>
            <a:ahLst/>
            <a:cxnLst/>
            <a:rect l="l" t="t" r="r" b="b"/>
            <a:pathLst>
              <a:path w="1373001" h="1048629">
                <a:moveTo>
                  <a:pt x="0" y="0"/>
                </a:moveTo>
                <a:lnTo>
                  <a:pt x="1373001" y="0"/>
                </a:lnTo>
                <a:lnTo>
                  <a:pt x="1373001" y="1048629"/>
                </a:lnTo>
                <a:lnTo>
                  <a:pt x="0" y="1048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28700" y="7939752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0" y="0"/>
                </a:moveTo>
                <a:lnTo>
                  <a:pt x="1726413" y="0"/>
                </a:lnTo>
                <a:lnTo>
                  <a:pt x="1726413" y="1318548"/>
                </a:lnTo>
                <a:lnTo>
                  <a:pt x="0" y="13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67619" y="4328858"/>
            <a:ext cx="8352763" cy="147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4"/>
              </a:lnSpc>
            </a:pPr>
            <a:r>
              <a:rPr lang="en-US" sz="8727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Snippets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854371" y="5755552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1726413" y="0"/>
                </a:moveTo>
                <a:lnTo>
                  <a:pt x="0" y="0"/>
                </a:lnTo>
                <a:lnTo>
                  <a:pt x="0" y="1318548"/>
                </a:lnTo>
                <a:lnTo>
                  <a:pt x="1726413" y="1318548"/>
                </a:lnTo>
                <a:lnTo>
                  <a:pt x="172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18501" y="1900608"/>
            <a:ext cx="1648591" cy="1259111"/>
          </a:xfrm>
          <a:custGeom>
            <a:avLst/>
            <a:gdLst/>
            <a:ahLst/>
            <a:cxnLst/>
            <a:rect l="l" t="t" r="r" b="b"/>
            <a:pathLst>
              <a:path w="1648591" h="1259111">
                <a:moveTo>
                  <a:pt x="0" y="0"/>
                </a:moveTo>
                <a:lnTo>
                  <a:pt x="1648591" y="0"/>
                </a:lnTo>
                <a:lnTo>
                  <a:pt x="1648591" y="1259111"/>
                </a:lnTo>
                <a:lnTo>
                  <a:pt x="0" y="1259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2589396">
            <a:off x="-900555" y="1971844"/>
            <a:ext cx="2605102" cy="3345235"/>
          </a:xfrm>
          <a:custGeom>
            <a:avLst/>
            <a:gdLst/>
            <a:ahLst/>
            <a:cxnLst/>
            <a:rect l="l" t="t" r="r" b="b"/>
            <a:pathLst>
              <a:path w="2605102" h="3345235">
                <a:moveTo>
                  <a:pt x="0" y="0"/>
                </a:moveTo>
                <a:lnTo>
                  <a:pt x="2605102" y="0"/>
                </a:lnTo>
                <a:lnTo>
                  <a:pt x="2605102" y="3345235"/>
                </a:lnTo>
                <a:lnTo>
                  <a:pt x="0" y="3345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874648" y="6868216"/>
            <a:ext cx="5644997" cy="2878949"/>
          </a:xfrm>
          <a:custGeom>
            <a:avLst/>
            <a:gdLst/>
            <a:ahLst/>
            <a:cxnLst/>
            <a:rect l="l" t="t" r="r" b="b"/>
            <a:pathLst>
              <a:path w="5644997" h="2878949">
                <a:moveTo>
                  <a:pt x="0" y="0"/>
                </a:moveTo>
                <a:lnTo>
                  <a:pt x="5644997" y="0"/>
                </a:lnTo>
                <a:lnTo>
                  <a:pt x="5644997" y="2878949"/>
                </a:lnTo>
                <a:lnTo>
                  <a:pt x="0" y="2878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62551" y="7074100"/>
            <a:ext cx="3453671" cy="4780167"/>
          </a:xfrm>
          <a:custGeom>
            <a:avLst/>
            <a:gdLst/>
            <a:ahLst/>
            <a:cxnLst/>
            <a:rect l="l" t="t" r="r" b="b"/>
            <a:pathLst>
              <a:path w="3453671" h="4780167">
                <a:moveTo>
                  <a:pt x="0" y="0"/>
                </a:moveTo>
                <a:lnTo>
                  <a:pt x="3453671" y="0"/>
                </a:lnTo>
                <a:lnTo>
                  <a:pt x="3453671" y="4780167"/>
                </a:lnTo>
                <a:lnTo>
                  <a:pt x="0" y="4780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129385" y="-571642"/>
            <a:ext cx="4129915" cy="3200684"/>
          </a:xfrm>
          <a:custGeom>
            <a:avLst/>
            <a:gdLst/>
            <a:ahLst/>
            <a:cxnLst/>
            <a:rect l="l" t="t" r="r" b="b"/>
            <a:pathLst>
              <a:path w="4129915" h="3200684">
                <a:moveTo>
                  <a:pt x="0" y="0"/>
                </a:moveTo>
                <a:lnTo>
                  <a:pt x="4129915" y="0"/>
                </a:lnTo>
                <a:lnTo>
                  <a:pt x="4129915" y="3200684"/>
                </a:lnTo>
                <a:lnTo>
                  <a:pt x="0" y="3200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1837" y="0"/>
            <a:ext cx="11836163" cy="10287000"/>
            <a:chOff x="0" y="0"/>
            <a:chExt cx="31173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7343" cy="2709333"/>
            </a:xfrm>
            <a:custGeom>
              <a:avLst/>
              <a:gdLst/>
              <a:ahLst/>
              <a:cxnLst/>
              <a:rect l="l" t="t" r="r" b="b"/>
              <a:pathLst>
                <a:path w="3117343" h="2709333">
                  <a:moveTo>
                    <a:pt x="0" y="0"/>
                  </a:moveTo>
                  <a:lnTo>
                    <a:pt x="3117343" y="0"/>
                  </a:lnTo>
                  <a:lnTo>
                    <a:pt x="31173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5A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173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35000" y="731433"/>
            <a:ext cx="1373001" cy="1048629"/>
          </a:xfrm>
          <a:custGeom>
            <a:avLst/>
            <a:gdLst/>
            <a:ahLst/>
            <a:cxnLst/>
            <a:rect l="l" t="t" r="r" b="b"/>
            <a:pathLst>
              <a:path w="1373001" h="1048629">
                <a:moveTo>
                  <a:pt x="0" y="0"/>
                </a:moveTo>
                <a:lnTo>
                  <a:pt x="1373001" y="0"/>
                </a:lnTo>
                <a:lnTo>
                  <a:pt x="1373001" y="1048629"/>
                </a:lnTo>
                <a:lnTo>
                  <a:pt x="0" y="1048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7939752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0" y="0"/>
                </a:moveTo>
                <a:lnTo>
                  <a:pt x="1726413" y="0"/>
                </a:lnTo>
                <a:lnTo>
                  <a:pt x="1726413" y="1318548"/>
                </a:lnTo>
                <a:lnTo>
                  <a:pt x="0" y="13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72274" y="2590655"/>
            <a:ext cx="7635336" cy="4485760"/>
          </a:xfrm>
          <a:custGeom>
            <a:avLst/>
            <a:gdLst/>
            <a:ahLst/>
            <a:cxnLst/>
            <a:rect l="l" t="t" r="r" b="b"/>
            <a:pathLst>
              <a:path w="7635336" h="4485760">
                <a:moveTo>
                  <a:pt x="0" y="0"/>
                </a:moveTo>
                <a:lnTo>
                  <a:pt x="7635336" y="0"/>
                </a:lnTo>
                <a:lnTo>
                  <a:pt x="7635336" y="4485760"/>
                </a:lnTo>
                <a:lnTo>
                  <a:pt x="0" y="4485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719289" y="518783"/>
            <a:ext cx="11301259" cy="3164353"/>
          </a:xfrm>
          <a:custGeom>
            <a:avLst/>
            <a:gdLst/>
            <a:ahLst/>
            <a:cxnLst/>
            <a:rect l="l" t="t" r="r" b="b"/>
            <a:pathLst>
              <a:path w="11301259" h="3164353">
                <a:moveTo>
                  <a:pt x="0" y="0"/>
                </a:moveTo>
                <a:lnTo>
                  <a:pt x="11301259" y="0"/>
                </a:lnTo>
                <a:lnTo>
                  <a:pt x="11301259" y="3164353"/>
                </a:lnTo>
                <a:lnTo>
                  <a:pt x="0" y="3164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719289" y="5143500"/>
            <a:ext cx="11301259" cy="4845415"/>
          </a:xfrm>
          <a:custGeom>
            <a:avLst/>
            <a:gdLst/>
            <a:ahLst/>
            <a:cxnLst/>
            <a:rect l="l" t="t" r="r" b="b"/>
            <a:pathLst>
              <a:path w="11301259" h="4845415">
                <a:moveTo>
                  <a:pt x="0" y="0"/>
                </a:moveTo>
                <a:lnTo>
                  <a:pt x="11301259" y="0"/>
                </a:lnTo>
                <a:lnTo>
                  <a:pt x="11301259" y="4845415"/>
                </a:lnTo>
                <a:lnTo>
                  <a:pt x="0" y="4845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1837" y="0"/>
            <a:ext cx="11836163" cy="10287000"/>
            <a:chOff x="0" y="0"/>
            <a:chExt cx="31173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7343" cy="2709333"/>
            </a:xfrm>
            <a:custGeom>
              <a:avLst/>
              <a:gdLst/>
              <a:ahLst/>
              <a:cxnLst/>
              <a:rect l="l" t="t" r="r" b="b"/>
              <a:pathLst>
                <a:path w="3117343" h="2709333">
                  <a:moveTo>
                    <a:pt x="0" y="0"/>
                  </a:moveTo>
                  <a:lnTo>
                    <a:pt x="3117343" y="0"/>
                  </a:lnTo>
                  <a:lnTo>
                    <a:pt x="31173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5A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173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35000" y="731433"/>
            <a:ext cx="1373001" cy="1048629"/>
          </a:xfrm>
          <a:custGeom>
            <a:avLst/>
            <a:gdLst/>
            <a:ahLst/>
            <a:cxnLst/>
            <a:rect l="l" t="t" r="r" b="b"/>
            <a:pathLst>
              <a:path w="1373001" h="1048629">
                <a:moveTo>
                  <a:pt x="0" y="0"/>
                </a:moveTo>
                <a:lnTo>
                  <a:pt x="1373001" y="0"/>
                </a:lnTo>
                <a:lnTo>
                  <a:pt x="1373001" y="1048629"/>
                </a:lnTo>
                <a:lnTo>
                  <a:pt x="0" y="1048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7939752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0" y="0"/>
                </a:moveTo>
                <a:lnTo>
                  <a:pt x="1726413" y="0"/>
                </a:lnTo>
                <a:lnTo>
                  <a:pt x="1726413" y="1318548"/>
                </a:lnTo>
                <a:lnTo>
                  <a:pt x="0" y="13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72274" y="2590655"/>
            <a:ext cx="7635336" cy="4485760"/>
          </a:xfrm>
          <a:custGeom>
            <a:avLst/>
            <a:gdLst/>
            <a:ahLst/>
            <a:cxnLst/>
            <a:rect l="l" t="t" r="r" b="b"/>
            <a:pathLst>
              <a:path w="7635336" h="4485760">
                <a:moveTo>
                  <a:pt x="0" y="0"/>
                </a:moveTo>
                <a:lnTo>
                  <a:pt x="7635336" y="0"/>
                </a:lnTo>
                <a:lnTo>
                  <a:pt x="7635336" y="4485760"/>
                </a:lnTo>
                <a:lnTo>
                  <a:pt x="0" y="4485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719289" y="1028700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719289" y="6856782"/>
            <a:ext cx="11301259" cy="2401518"/>
          </a:xfrm>
          <a:custGeom>
            <a:avLst/>
            <a:gdLst/>
            <a:ahLst/>
            <a:cxnLst/>
            <a:rect l="l" t="t" r="r" b="b"/>
            <a:pathLst>
              <a:path w="11301259" h="2401518">
                <a:moveTo>
                  <a:pt x="0" y="0"/>
                </a:moveTo>
                <a:lnTo>
                  <a:pt x="11301259" y="0"/>
                </a:lnTo>
                <a:lnTo>
                  <a:pt x="11301259" y="2401518"/>
                </a:lnTo>
                <a:lnTo>
                  <a:pt x="0" y="2401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67619" y="3566858"/>
            <a:ext cx="8352763" cy="300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4"/>
              </a:lnSpc>
            </a:pPr>
            <a:r>
              <a:rPr lang="en-US" sz="8727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Danke für eure</a:t>
            </a:r>
          </a:p>
          <a:p>
            <a:pPr algn="ctr">
              <a:lnSpc>
                <a:spcPts val="12044"/>
              </a:lnSpc>
            </a:pPr>
            <a:r>
              <a:rPr lang="en-US" sz="8727">
                <a:solidFill>
                  <a:srgbClr val="7172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Aufmerksamkeit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854371" y="5755552"/>
            <a:ext cx="1726413" cy="1318548"/>
          </a:xfrm>
          <a:custGeom>
            <a:avLst/>
            <a:gdLst/>
            <a:ahLst/>
            <a:cxnLst/>
            <a:rect l="l" t="t" r="r" b="b"/>
            <a:pathLst>
              <a:path w="1726413" h="1318548">
                <a:moveTo>
                  <a:pt x="1726413" y="0"/>
                </a:moveTo>
                <a:lnTo>
                  <a:pt x="0" y="0"/>
                </a:lnTo>
                <a:lnTo>
                  <a:pt x="0" y="1318548"/>
                </a:lnTo>
                <a:lnTo>
                  <a:pt x="1726413" y="1318548"/>
                </a:lnTo>
                <a:lnTo>
                  <a:pt x="172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18501" y="1900608"/>
            <a:ext cx="1648591" cy="1259111"/>
          </a:xfrm>
          <a:custGeom>
            <a:avLst/>
            <a:gdLst/>
            <a:ahLst/>
            <a:cxnLst/>
            <a:rect l="l" t="t" r="r" b="b"/>
            <a:pathLst>
              <a:path w="1648591" h="1259111">
                <a:moveTo>
                  <a:pt x="0" y="0"/>
                </a:moveTo>
                <a:lnTo>
                  <a:pt x="1648591" y="0"/>
                </a:lnTo>
                <a:lnTo>
                  <a:pt x="1648591" y="1259111"/>
                </a:lnTo>
                <a:lnTo>
                  <a:pt x="0" y="1259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2589396">
            <a:off x="-900555" y="1971844"/>
            <a:ext cx="2605102" cy="3345235"/>
          </a:xfrm>
          <a:custGeom>
            <a:avLst/>
            <a:gdLst/>
            <a:ahLst/>
            <a:cxnLst/>
            <a:rect l="l" t="t" r="r" b="b"/>
            <a:pathLst>
              <a:path w="2605102" h="3345235">
                <a:moveTo>
                  <a:pt x="0" y="0"/>
                </a:moveTo>
                <a:lnTo>
                  <a:pt x="2605102" y="0"/>
                </a:lnTo>
                <a:lnTo>
                  <a:pt x="2605102" y="3345235"/>
                </a:lnTo>
                <a:lnTo>
                  <a:pt x="0" y="3345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874648" y="6868216"/>
            <a:ext cx="5644997" cy="2878949"/>
          </a:xfrm>
          <a:custGeom>
            <a:avLst/>
            <a:gdLst/>
            <a:ahLst/>
            <a:cxnLst/>
            <a:rect l="l" t="t" r="r" b="b"/>
            <a:pathLst>
              <a:path w="5644997" h="2878949">
                <a:moveTo>
                  <a:pt x="0" y="0"/>
                </a:moveTo>
                <a:lnTo>
                  <a:pt x="5644997" y="0"/>
                </a:lnTo>
                <a:lnTo>
                  <a:pt x="5644997" y="2878949"/>
                </a:lnTo>
                <a:lnTo>
                  <a:pt x="0" y="2878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62551" y="7074100"/>
            <a:ext cx="3453671" cy="4780167"/>
          </a:xfrm>
          <a:custGeom>
            <a:avLst/>
            <a:gdLst/>
            <a:ahLst/>
            <a:cxnLst/>
            <a:rect l="l" t="t" r="r" b="b"/>
            <a:pathLst>
              <a:path w="3453671" h="4780167">
                <a:moveTo>
                  <a:pt x="0" y="0"/>
                </a:moveTo>
                <a:lnTo>
                  <a:pt x="3453671" y="0"/>
                </a:lnTo>
                <a:lnTo>
                  <a:pt x="3453671" y="4780167"/>
                </a:lnTo>
                <a:lnTo>
                  <a:pt x="0" y="4780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129385" y="-571642"/>
            <a:ext cx="4129915" cy="3200684"/>
          </a:xfrm>
          <a:custGeom>
            <a:avLst/>
            <a:gdLst/>
            <a:ahLst/>
            <a:cxnLst/>
            <a:rect l="l" t="t" r="r" b="b"/>
            <a:pathLst>
              <a:path w="4129915" h="3200684">
                <a:moveTo>
                  <a:pt x="0" y="0"/>
                </a:moveTo>
                <a:lnTo>
                  <a:pt x="4129915" y="0"/>
                </a:lnTo>
                <a:lnTo>
                  <a:pt x="4129915" y="3200684"/>
                </a:lnTo>
                <a:lnTo>
                  <a:pt x="0" y="3200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Benutzerdefiniert</PresentationFormat>
  <Paragraphs>20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Calibri</vt:lpstr>
      <vt:lpstr>Playfair Display</vt:lpstr>
      <vt:lpstr>Agrandir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Oréon</dc:title>
  <cp:lastModifiedBy>Graski Lukas</cp:lastModifiedBy>
  <cp:revision>1</cp:revision>
  <dcterms:created xsi:type="dcterms:W3CDTF">2006-08-16T00:00:00Z</dcterms:created>
  <dcterms:modified xsi:type="dcterms:W3CDTF">2026-06-16T13:03:09Z</dcterms:modified>
  <dc:identifier>DAHMuByJofU</dc:identifier>
</cp:coreProperties>
</file>