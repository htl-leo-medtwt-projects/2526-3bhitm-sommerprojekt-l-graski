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Playfair Display" charset="1" panose="00000000000000000000"/>
      <p:regular r:id="rId14"/>
    </p:embeddedFont>
    <p:embeddedFont>
      <p:font typeface="Agrandir" charset="1" panose="0000050000000000000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localhost:8080/db_testing/2526-3bhitm-sommerprojekt-l-graski/project/index.html" TargetMode="External" Type="http://schemas.openxmlformats.org/officeDocument/2006/relationships/hyperlink"/><Relationship Id="rId3" Target="http://localhost:8080/db_testing/2526-3bhitm-sommerprojekt-l-graski/project/index.html" TargetMode="External" Type="http://schemas.openxmlformats.org/officeDocument/2006/relationships/hyperlink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5.png" Type="http://schemas.openxmlformats.org/officeDocument/2006/relationships/image"/><Relationship Id="rId9" Target="../media/image6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localhost:8080/db_testing/2526-3bhitm-sommerprojekt-l-graski/project/index.html" TargetMode="External" Type="http://schemas.openxmlformats.org/officeDocument/2006/relationships/hyperlink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6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11.png" Type="http://schemas.openxmlformats.org/officeDocument/2006/relationships/image"/><Relationship Id="rId7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9.pn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9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11.png" Type="http://schemas.openxmlformats.org/officeDocument/2006/relationships/image"/><Relationship Id="rId7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995116" y="-6819685"/>
            <a:ext cx="10124574" cy="10124574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" cap="sq">
              <a:solidFill>
                <a:srgbClr val="717236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3831690" y="6982111"/>
            <a:ext cx="10124574" cy="10124574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" cap="sq">
              <a:solidFill>
                <a:srgbClr val="717236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21685" y="3307740"/>
            <a:ext cx="14044630" cy="321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387"/>
              </a:lnSpc>
              <a:spcBef>
                <a:spcPct val="0"/>
              </a:spcBef>
            </a:pPr>
            <a:r>
              <a:rPr lang="en-US" sz="21156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  <a:hlinkClick r:id="rId2" tooltip="http://localhost:8080/db_testing/2526-3bhitm-sommerprojekt-l-graski/project/index.html"/>
              </a:rPr>
              <a:t>O</a:t>
            </a:r>
            <a:r>
              <a:rPr lang="en-US" sz="21156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  <a:hlinkClick r:id="rId3" tooltip="http://localhost:8080/db_testing/2526-3bhitm-sommerprojekt-l-graski/project/index.html"/>
              </a:rPr>
              <a:t>réon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-652220" y="1441452"/>
            <a:ext cx="3361839" cy="2605425"/>
          </a:xfrm>
          <a:custGeom>
            <a:avLst/>
            <a:gdLst/>
            <a:ahLst/>
            <a:cxnLst/>
            <a:rect r="r" b="b" t="t" l="l"/>
            <a:pathLst>
              <a:path h="2605425" w="3361839">
                <a:moveTo>
                  <a:pt x="0" y="0"/>
                </a:moveTo>
                <a:lnTo>
                  <a:pt x="3361840" y="0"/>
                </a:lnTo>
                <a:lnTo>
                  <a:pt x="3361840" y="2605425"/>
                </a:lnTo>
                <a:lnTo>
                  <a:pt x="0" y="260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724718" y="6077049"/>
            <a:ext cx="3069165" cy="2919543"/>
          </a:xfrm>
          <a:custGeom>
            <a:avLst/>
            <a:gdLst/>
            <a:ahLst/>
            <a:cxnLst/>
            <a:rect r="r" b="b" t="t" l="l"/>
            <a:pathLst>
              <a:path h="2919543" w="3069165">
                <a:moveTo>
                  <a:pt x="0" y="0"/>
                </a:moveTo>
                <a:lnTo>
                  <a:pt x="3069164" y="0"/>
                </a:lnTo>
                <a:lnTo>
                  <a:pt x="3069164" y="2919543"/>
                </a:lnTo>
                <a:lnTo>
                  <a:pt x="0" y="29195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157762" y="1225796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0" y="0"/>
                </a:moveTo>
                <a:lnTo>
                  <a:pt x="1726413" y="0"/>
                </a:lnTo>
                <a:lnTo>
                  <a:pt x="1726413" y="1318548"/>
                </a:lnTo>
                <a:lnTo>
                  <a:pt x="0" y="13185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217381" y="7922808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0" y="0"/>
                </a:moveTo>
                <a:lnTo>
                  <a:pt x="1726413" y="0"/>
                </a:lnTo>
                <a:lnTo>
                  <a:pt x="1726413" y="1318548"/>
                </a:lnTo>
                <a:lnTo>
                  <a:pt x="0" y="13185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1531308">
            <a:off x="12889058" y="946356"/>
            <a:ext cx="2109471" cy="1877429"/>
          </a:xfrm>
          <a:custGeom>
            <a:avLst/>
            <a:gdLst/>
            <a:ahLst/>
            <a:cxnLst/>
            <a:rect r="r" b="b" t="t" l="l"/>
            <a:pathLst>
              <a:path h="1877429" w="2109471">
                <a:moveTo>
                  <a:pt x="0" y="0"/>
                </a:moveTo>
                <a:lnTo>
                  <a:pt x="2109471" y="0"/>
                </a:lnTo>
                <a:lnTo>
                  <a:pt x="2109471" y="1877428"/>
                </a:lnTo>
                <a:lnTo>
                  <a:pt x="0" y="18774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554746">
            <a:off x="2986808" y="6835635"/>
            <a:ext cx="2003558" cy="2572787"/>
          </a:xfrm>
          <a:custGeom>
            <a:avLst/>
            <a:gdLst/>
            <a:ahLst/>
            <a:cxnLst/>
            <a:rect r="r" b="b" t="t" l="l"/>
            <a:pathLst>
              <a:path h="2572787" w="2003558">
                <a:moveTo>
                  <a:pt x="0" y="0"/>
                </a:moveTo>
                <a:lnTo>
                  <a:pt x="2003558" y="0"/>
                </a:lnTo>
                <a:lnTo>
                  <a:pt x="2003558" y="2572787"/>
                </a:lnTo>
                <a:lnTo>
                  <a:pt x="0" y="257278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320129" y="6317624"/>
            <a:ext cx="5647742" cy="1775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4"/>
              </a:lnSpc>
              <a:spcBef>
                <a:spcPct val="0"/>
              </a:spcBef>
            </a:pPr>
            <a:r>
              <a:rPr lang="en-US" sz="3695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Schmuck, d</a:t>
            </a:r>
            <a:r>
              <a:rPr lang="en-US" sz="3695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er</a:t>
            </a:r>
          </a:p>
          <a:p>
            <a:pPr algn="ctr">
              <a:lnSpc>
                <a:spcPts val="4434"/>
              </a:lnSpc>
              <a:spcBef>
                <a:spcPct val="0"/>
              </a:spcBef>
            </a:pPr>
            <a:r>
              <a:rPr lang="en-US" sz="3695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deine Geschichte</a:t>
            </a:r>
          </a:p>
          <a:p>
            <a:pPr algn="ctr">
              <a:lnSpc>
                <a:spcPts val="4434"/>
              </a:lnSpc>
              <a:spcBef>
                <a:spcPct val="0"/>
              </a:spcBef>
            </a:pPr>
            <a:r>
              <a:rPr lang="en-US" sz="3695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erzählt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77022" y="0"/>
            <a:ext cx="6910978" cy="10287000"/>
            <a:chOff x="0" y="0"/>
            <a:chExt cx="1820175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0175" cy="2709333"/>
            </a:xfrm>
            <a:custGeom>
              <a:avLst/>
              <a:gdLst/>
              <a:ahLst/>
              <a:cxnLst/>
              <a:rect r="r" b="b" t="t" l="l"/>
              <a:pathLst>
                <a:path h="2709333" w="1820175">
                  <a:moveTo>
                    <a:pt x="0" y="0"/>
                  </a:moveTo>
                  <a:lnTo>
                    <a:pt x="1820175" y="0"/>
                  </a:lnTo>
                  <a:lnTo>
                    <a:pt x="182017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5A5A2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20175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113262" y="1589764"/>
            <a:ext cx="6684591" cy="3000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44"/>
              </a:lnSpc>
            </a:pPr>
            <a:r>
              <a:rPr lang="en-US" sz="8727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Was ist</a:t>
            </a:r>
          </a:p>
          <a:p>
            <a:pPr algn="l">
              <a:lnSpc>
                <a:spcPts val="12044"/>
              </a:lnSpc>
            </a:pPr>
            <a:r>
              <a:rPr lang="en-US" sz="8727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  <a:hlinkClick r:id="rId2" tooltip="http://localhost:8080/db_testing/2526-3bhitm-sommerprojekt-l-graski/project/index.html"/>
              </a:rPr>
              <a:t>Oréon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113262" y="5087887"/>
            <a:ext cx="6987385" cy="151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6"/>
              </a:lnSpc>
            </a:pPr>
            <a:r>
              <a:rPr lang="en-US" sz="2843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Ein Shop für persönliche und individuelle Schmuckstücke mit eigenem Konfigurator.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1702376">
            <a:off x="9175023" y="4792498"/>
            <a:ext cx="7132475" cy="3637562"/>
          </a:xfrm>
          <a:custGeom>
            <a:avLst/>
            <a:gdLst/>
            <a:ahLst/>
            <a:cxnLst/>
            <a:rect r="r" b="b" t="t" l="l"/>
            <a:pathLst>
              <a:path h="3637562" w="7132475">
                <a:moveTo>
                  <a:pt x="0" y="0"/>
                </a:moveTo>
                <a:lnTo>
                  <a:pt x="7132474" y="0"/>
                </a:lnTo>
                <a:lnTo>
                  <a:pt x="7132474" y="3637562"/>
                </a:lnTo>
                <a:lnTo>
                  <a:pt x="0" y="3637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819360">
            <a:off x="15164053" y="1579925"/>
            <a:ext cx="3857979" cy="4592832"/>
          </a:xfrm>
          <a:custGeom>
            <a:avLst/>
            <a:gdLst/>
            <a:ahLst/>
            <a:cxnLst/>
            <a:rect r="r" b="b" t="t" l="l"/>
            <a:pathLst>
              <a:path h="4592832" w="3857979">
                <a:moveTo>
                  <a:pt x="0" y="0"/>
                </a:moveTo>
                <a:lnTo>
                  <a:pt x="3857979" y="0"/>
                </a:lnTo>
                <a:lnTo>
                  <a:pt x="3857979" y="4592833"/>
                </a:lnTo>
                <a:lnTo>
                  <a:pt x="0" y="45928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40261" y="8733985"/>
            <a:ext cx="1373001" cy="1048629"/>
          </a:xfrm>
          <a:custGeom>
            <a:avLst/>
            <a:gdLst/>
            <a:ahLst/>
            <a:cxnLst/>
            <a:rect r="r" b="b" t="t" l="l"/>
            <a:pathLst>
              <a:path h="1048629" w="1373001">
                <a:moveTo>
                  <a:pt x="0" y="0"/>
                </a:moveTo>
                <a:lnTo>
                  <a:pt x="1373001" y="0"/>
                </a:lnTo>
                <a:lnTo>
                  <a:pt x="1373001" y="1048630"/>
                </a:lnTo>
                <a:lnTo>
                  <a:pt x="0" y="10486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409968" y="820484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0" y="0"/>
                </a:moveTo>
                <a:lnTo>
                  <a:pt x="1726413" y="0"/>
                </a:lnTo>
                <a:lnTo>
                  <a:pt x="1726413" y="1318548"/>
                </a:lnTo>
                <a:lnTo>
                  <a:pt x="0" y="131854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650308" y="1599289"/>
            <a:ext cx="6684591" cy="13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16"/>
              </a:lnSpc>
            </a:pPr>
            <a:r>
              <a:rPr lang="en-US" sz="8127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Hauptfeatures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650308" y="4171424"/>
            <a:ext cx="6987385" cy="1999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3872" indent="-306936" lvl="1">
              <a:lnSpc>
                <a:spcPts val="3866"/>
              </a:lnSpc>
              <a:buFont typeface="Arial"/>
              <a:buChar char="•"/>
            </a:pPr>
            <a:r>
              <a:rPr lang="en-US" sz="2843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Personalisierung mittels Konfigurator</a:t>
            </a:r>
          </a:p>
          <a:p>
            <a:pPr algn="l" marL="613872" indent="-306936" lvl="1">
              <a:lnSpc>
                <a:spcPts val="3866"/>
              </a:lnSpc>
              <a:buFont typeface="Arial"/>
              <a:buChar char="•"/>
            </a:pPr>
            <a:r>
              <a:rPr lang="en-US" sz="2843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Konfiguration speichern &amp; später weiterbearbeiten</a:t>
            </a:r>
          </a:p>
          <a:p>
            <a:pPr algn="l" marL="613872" indent="-306936" lvl="1">
              <a:lnSpc>
                <a:spcPts val="3866"/>
              </a:lnSpc>
              <a:buFont typeface="Arial"/>
              <a:buChar char="•"/>
            </a:pPr>
            <a:r>
              <a:rPr lang="en-US" sz="2843">
                <a:solidFill>
                  <a:srgbClr val="5A5A2C"/>
                </a:solidFill>
                <a:latin typeface="Agrandir"/>
                <a:ea typeface="Agrandir"/>
                <a:cs typeface="Agrandir"/>
                <a:sym typeface="Agrandir"/>
              </a:rPr>
              <a:t>interaktive 3D-Vorschau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589358" y="2033714"/>
            <a:ext cx="3833208" cy="2252010"/>
          </a:xfrm>
          <a:custGeom>
            <a:avLst/>
            <a:gdLst/>
            <a:ahLst/>
            <a:cxnLst/>
            <a:rect r="r" b="b" t="t" l="l"/>
            <a:pathLst>
              <a:path h="2252010" w="3833208">
                <a:moveTo>
                  <a:pt x="0" y="0"/>
                </a:moveTo>
                <a:lnTo>
                  <a:pt x="3833207" y="0"/>
                </a:lnTo>
                <a:lnTo>
                  <a:pt x="3833207" y="2252010"/>
                </a:lnTo>
                <a:lnTo>
                  <a:pt x="0" y="22520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38078">
            <a:off x="2070997" y="7495399"/>
            <a:ext cx="3120414" cy="4006952"/>
          </a:xfrm>
          <a:custGeom>
            <a:avLst/>
            <a:gdLst/>
            <a:ahLst/>
            <a:cxnLst/>
            <a:rect r="r" b="b" t="t" l="l"/>
            <a:pathLst>
              <a:path h="4006952" w="3120414">
                <a:moveTo>
                  <a:pt x="0" y="0"/>
                </a:moveTo>
                <a:lnTo>
                  <a:pt x="3120414" y="0"/>
                </a:lnTo>
                <a:lnTo>
                  <a:pt x="3120414" y="4006952"/>
                </a:lnTo>
                <a:lnTo>
                  <a:pt x="0" y="40069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869460" y="6851621"/>
            <a:ext cx="4295747" cy="2647254"/>
          </a:xfrm>
          <a:custGeom>
            <a:avLst/>
            <a:gdLst/>
            <a:ahLst/>
            <a:cxnLst/>
            <a:rect r="r" b="b" t="t" l="l"/>
            <a:pathLst>
              <a:path h="2647254" w="4295747">
                <a:moveTo>
                  <a:pt x="0" y="0"/>
                </a:moveTo>
                <a:lnTo>
                  <a:pt x="4295747" y="0"/>
                </a:lnTo>
                <a:lnTo>
                  <a:pt x="4295747" y="2647254"/>
                </a:lnTo>
                <a:lnTo>
                  <a:pt x="0" y="26472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8638927">
            <a:off x="13473005" y="-969429"/>
            <a:ext cx="2887297" cy="3996258"/>
          </a:xfrm>
          <a:custGeom>
            <a:avLst/>
            <a:gdLst/>
            <a:ahLst/>
            <a:cxnLst/>
            <a:rect r="r" b="b" t="t" l="l"/>
            <a:pathLst>
              <a:path h="3996258" w="2887297">
                <a:moveTo>
                  <a:pt x="0" y="0"/>
                </a:moveTo>
                <a:lnTo>
                  <a:pt x="2887297" y="0"/>
                </a:lnTo>
                <a:lnTo>
                  <a:pt x="2887297" y="3996258"/>
                </a:lnTo>
                <a:lnTo>
                  <a:pt x="0" y="39962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13854371" y="5755552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1726413" y="0"/>
                </a:moveTo>
                <a:lnTo>
                  <a:pt x="0" y="0"/>
                </a:lnTo>
                <a:lnTo>
                  <a:pt x="0" y="1318548"/>
                </a:lnTo>
                <a:lnTo>
                  <a:pt x="1726413" y="1318548"/>
                </a:lnTo>
                <a:lnTo>
                  <a:pt x="17264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418501" y="1900608"/>
            <a:ext cx="1648591" cy="1259111"/>
          </a:xfrm>
          <a:custGeom>
            <a:avLst/>
            <a:gdLst/>
            <a:ahLst/>
            <a:cxnLst/>
            <a:rect r="r" b="b" t="t" l="l"/>
            <a:pathLst>
              <a:path h="1259111" w="1648591">
                <a:moveTo>
                  <a:pt x="0" y="0"/>
                </a:moveTo>
                <a:lnTo>
                  <a:pt x="1648591" y="0"/>
                </a:lnTo>
                <a:lnTo>
                  <a:pt x="1648591" y="1259111"/>
                </a:lnTo>
                <a:lnTo>
                  <a:pt x="0" y="1259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51837" y="0"/>
            <a:ext cx="11836163" cy="10287000"/>
            <a:chOff x="0" y="0"/>
            <a:chExt cx="3117343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17343" cy="2709333"/>
            </a:xfrm>
            <a:custGeom>
              <a:avLst/>
              <a:gdLst/>
              <a:ahLst/>
              <a:cxnLst/>
              <a:rect r="r" b="b" t="t" l="l"/>
              <a:pathLst>
                <a:path h="2709333" w="3117343">
                  <a:moveTo>
                    <a:pt x="0" y="0"/>
                  </a:moveTo>
                  <a:lnTo>
                    <a:pt x="3117343" y="0"/>
                  </a:lnTo>
                  <a:lnTo>
                    <a:pt x="311734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5A5A2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11734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false" rot="-1114938">
            <a:off x="1829938" y="1864018"/>
            <a:ext cx="5610125" cy="6936785"/>
          </a:xfrm>
          <a:custGeom>
            <a:avLst/>
            <a:gdLst/>
            <a:ahLst/>
            <a:cxnLst/>
            <a:rect r="r" b="b" t="t" l="l"/>
            <a:pathLst>
              <a:path h="6936785" w="5610125">
                <a:moveTo>
                  <a:pt x="5610125" y="0"/>
                </a:moveTo>
                <a:lnTo>
                  <a:pt x="0" y="0"/>
                </a:lnTo>
                <a:lnTo>
                  <a:pt x="0" y="6936785"/>
                </a:lnTo>
                <a:lnTo>
                  <a:pt x="5610125" y="6936785"/>
                </a:lnTo>
                <a:lnTo>
                  <a:pt x="5610125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876226" y="1832652"/>
            <a:ext cx="6684591" cy="3000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44"/>
              </a:lnSpc>
            </a:pPr>
            <a:r>
              <a:rPr lang="en-US" sz="8727">
                <a:solidFill>
                  <a:srgbClr val="F6F3E4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</a:t>
            </a:r>
            <a:r>
              <a:rPr lang="en-US" sz="8727">
                <a:solidFill>
                  <a:srgbClr val="F6F3E4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echnisch</a:t>
            </a:r>
            <a:r>
              <a:rPr lang="en-US" sz="8727">
                <a:solidFill>
                  <a:srgbClr val="F6F3E4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er Aufbau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876226" y="5330775"/>
            <a:ext cx="6987385" cy="2485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6"/>
              </a:lnSpc>
            </a:pPr>
            <a:r>
              <a:rPr lang="en-US" sz="2843">
                <a:solidFill>
                  <a:srgbClr val="F6F3E4"/>
                </a:solidFill>
                <a:latin typeface="Agrandir"/>
                <a:ea typeface="Agrandir"/>
                <a:cs typeface="Agrandir"/>
                <a:sym typeface="Agrandir"/>
              </a:rPr>
              <a:t>Frontend: HTML, CSS, JavaScript</a:t>
            </a:r>
          </a:p>
          <a:p>
            <a:pPr algn="l">
              <a:lnSpc>
                <a:spcPts val="3866"/>
              </a:lnSpc>
            </a:pPr>
            <a:r>
              <a:rPr lang="en-US" sz="2843">
                <a:solidFill>
                  <a:srgbClr val="F6F3E4"/>
                </a:solidFill>
                <a:latin typeface="Agrandir"/>
                <a:ea typeface="Agrandir"/>
                <a:cs typeface="Agrandir"/>
                <a:sym typeface="Agrandir"/>
              </a:rPr>
              <a:t>Backend: PHP</a:t>
            </a:r>
          </a:p>
          <a:p>
            <a:pPr algn="l">
              <a:lnSpc>
                <a:spcPts val="3866"/>
              </a:lnSpc>
            </a:pPr>
            <a:r>
              <a:rPr lang="en-US" sz="2843">
                <a:solidFill>
                  <a:srgbClr val="F6F3E4"/>
                </a:solidFill>
                <a:latin typeface="Agrandir"/>
                <a:ea typeface="Agrandir"/>
                <a:cs typeface="Agrandir"/>
                <a:sym typeface="Agrandir"/>
              </a:rPr>
              <a:t>DB: PHPMyAdmin</a:t>
            </a:r>
          </a:p>
          <a:p>
            <a:pPr algn="l">
              <a:lnSpc>
                <a:spcPts val="3866"/>
              </a:lnSpc>
            </a:pPr>
            <a:r>
              <a:rPr lang="en-US" sz="2843">
                <a:solidFill>
                  <a:srgbClr val="F6F3E4"/>
                </a:solidFill>
                <a:latin typeface="Agrandir"/>
                <a:ea typeface="Agrandir"/>
                <a:cs typeface="Agrandir"/>
                <a:sym typeface="Agrandir"/>
              </a:rPr>
              <a:t>Animationen: GSAP &amp; ScrollTrigger</a:t>
            </a:r>
          </a:p>
          <a:p>
            <a:pPr algn="l">
              <a:lnSpc>
                <a:spcPts val="3866"/>
              </a:lnSpc>
            </a:pPr>
            <a:r>
              <a:rPr lang="en-US" sz="2843">
                <a:solidFill>
                  <a:srgbClr val="F6F3E4"/>
                </a:solidFill>
                <a:latin typeface="Agrandir"/>
                <a:ea typeface="Agrandir"/>
                <a:cs typeface="Agrandir"/>
                <a:sym typeface="Agrandir"/>
              </a:rPr>
              <a:t>3D-View: Babylon JS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635000" y="731433"/>
            <a:ext cx="1373001" cy="1048629"/>
          </a:xfrm>
          <a:custGeom>
            <a:avLst/>
            <a:gdLst/>
            <a:ahLst/>
            <a:cxnLst/>
            <a:rect r="r" b="b" t="t" l="l"/>
            <a:pathLst>
              <a:path h="1048629" w="1373001">
                <a:moveTo>
                  <a:pt x="0" y="0"/>
                </a:moveTo>
                <a:lnTo>
                  <a:pt x="1373001" y="0"/>
                </a:lnTo>
                <a:lnTo>
                  <a:pt x="1373001" y="1048629"/>
                </a:lnTo>
                <a:lnTo>
                  <a:pt x="0" y="104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28700" y="7939752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0" y="0"/>
                </a:moveTo>
                <a:lnTo>
                  <a:pt x="1726413" y="0"/>
                </a:lnTo>
                <a:lnTo>
                  <a:pt x="1726413" y="1318548"/>
                </a:lnTo>
                <a:lnTo>
                  <a:pt x="0" y="131854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67619" y="4328858"/>
            <a:ext cx="8352763" cy="1476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44"/>
              </a:lnSpc>
            </a:pPr>
            <a:r>
              <a:rPr lang="en-US" sz="8727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Code Snippets</a:t>
            </a:r>
          </a:p>
        </p:txBody>
      </p:sp>
      <p:sp>
        <p:nvSpPr>
          <p:cNvPr name="Freeform 3" id="3"/>
          <p:cNvSpPr/>
          <p:nvPr/>
        </p:nvSpPr>
        <p:spPr>
          <a:xfrm flipH="true" flipV="false" rot="0">
            <a:off x="13854371" y="5755552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1726413" y="0"/>
                </a:moveTo>
                <a:lnTo>
                  <a:pt x="0" y="0"/>
                </a:lnTo>
                <a:lnTo>
                  <a:pt x="0" y="1318548"/>
                </a:lnTo>
                <a:lnTo>
                  <a:pt x="1726413" y="1318548"/>
                </a:lnTo>
                <a:lnTo>
                  <a:pt x="17264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418501" y="1900608"/>
            <a:ext cx="1648591" cy="1259111"/>
          </a:xfrm>
          <a:custGeom>
            <a:avLst/>
            <a:gdLst/>
            <a:ahLst/>
            <a:cxnLst/>
            <a:rect r="r" b="b" t="t" l="l"/>
            <a:pathLst>
              <a:path h="1259111" w="1648591">
                <a:moveTo>
                  <a:pt x="0" y="0"/>
                </a:moveTo>
                <a:lnTo>
                  <a:pt x="1648591" y="0"/>
                </a:lnTo>
                <a:lnTo>
                  <a:pt x="1648591" y="1259111"/>
                </a:lnTo>
                <a:lnTo>
                  <a:pt x="0" y="1259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589396">
            <a:off x="-900555" y="1971844"/>
            <a:ext cx="2605102" cy="3345235"/>
          </a:xfrm>
          <a:custGeom>
            <a:avLst/>
            <a:gdLst/>
            <a:ahLst/>
            <a:cxnLst/>
            <a:rect r="r" b="b" t="t" l="l"/>
            <a:pathLst>
              <a:path h="3345235" w="2605102">
                <a:moveTo>
                  <a:pt x="0" y="0"/>
                </a:moveTo>
                <a:lnTo>
                  <a:pt x="2605102" y="0"/>
                </a:lnTo>
                <a:lnTo>
                  <a:pt x="2605102" y="3345235"/>
                </a:lnTo>
                <a:lnTo>
                  <a:pt x="0" y="33452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874648" y="6868216"/>
            <a:ext cx="5644997" cy="2878949"/>
          </a:xfrm>
          <a:custGeom>
            <a:avLst/>
            <a:gdLst/>
            <a:ahLst/>
            <a:cxnLst/>
            <a:rect r="r" b="b" t="t" l="l"/>
            <a:pathLst>
              <a:path h="2878949" w="5644997">
                <a:moveTo>
                  <a:pt x="0" y="0"/>
                </a:moveTo>
                <a:lnTo>
                  <a:pt x="5644997" y="0"/>
                </a:lnTo>
                <a:lnTo>
                  <a:pt x="5644997" y="2878949"/>
                </a:lnTo>
                <a:lnTo>
                  <a:pt x="0" y="2878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62551" y="7074100"/>
            <a:ext cx="3453671" cy="4780167"/>
          </a:xfrm>
          <a:custGeom>
            <a:avLst/>
            <a:gdLst/>
            <a:ahLst/>
            <a:cxnLst/>
            <a:rect r="r" b="b" t="t" l="l"/>
            <a:pathLst>
              <a:path h="4780167" w="3453671">
                <a:moveTo>
                  <a:pt x="0" y="0"/>
                </a:moveTo>
                <a:lnTo>
                  <a:pt x="3453671" y="0"/>
                </a:lnTo>
                <a:lnTo>
                  <a:pt x="3453671" y="4780167"/>
                </a:lnTo>
                <a:lnTo>
                  <a:pt x="0" y="47801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129385" y="-571642"/>
            <a:ext cx="4129915" cy="3200684"/>
          </a:xfrm>
          <a:custGeom>
            <a:avLst/>
            <a:gdLst/>
            <a:ahLst/>
            <a:cxnLst/>
            <a:rect r="r" b="b" t="t" l="l"/>
            <a:pathLst>
              <a:path h="3200684" w="4129915">
                <a:moveTo>
                  <a:pt x="0" y="0"/>
                </a:moveTo>
                <a:lnTo>
                  <a:pt x="4129915" y="0"/>
                </a:lnTo>
                <a:lnTo>
                  <a:pt x="4129915" y="3200684"/>
                </a:lnTo>
                <a:lnTo>
                  <a:pt x="0" y="320068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51837" y="0"/>
            <a:ext cx="11836163" cy="10287000"/>
            <a:chOff x="0" y="0"/>
            <a:chExt cx="3117343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17343" cy="2709333"/>
            </a:xfrm>
            <a:custGeom>
              <a:avLst/>
              <a:gdLst/>
              <a:ahLst/>
              <a:cxnLst/>
              <a:rect r="r" b="b" t="t" l="l"/>
              <a:pathLst>
                <a:path h="2709333" w="3117343">
                  <a:moveTo>
                    <a:pt x="0" y="0"/>
                  </a:moveTo>
                  <a:lnTo>
                    <a:pt x="3117343" y="0"/>
                  </a:lnTo>
                  <a:lnTo>
                    <a:pt x="311734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5A5A2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11734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635000" y="731433"/>
            <a:ext cx="1373001" cy="1048629"/>
          </a:xfrm>
          <a:custGeom>
            <a:avLst/>
            <a:gdLst/>
            <a:ahLst/>
            <a:cxnLst/>
            <a:rect r="r" b="b" t="t" l="l"/>
            <a:pathLst>
              <a:path h="1048629" w="1373001">
                <a:moveTo>
                  <a:pt x="0" y="0"/>
                </a:moveTo>
                <a:lnTo>
                  <a:pt x="1373001" y="0"/>
                </a:lnTo>
                <a:lnTo>
                  <a:pt x="1373001" y="1048629"/>
                </a:lnTo>
                <a:lnTo>
                  <a:pt x="0" y="10486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7939752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0" y="0"/>
                </a:moveTo>
                <a:lnTo>
                  <a:pt x="1726413" y="0"/>
                </a:lnTo>
                <a:lnTo>
                  <a:pt x="1726413" y="1318548"/>
                </a:lnTo>
                <a:lnTo>
                  <a:pt x="0" y="13185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72274" y="2590655"/>
            <a:ext cx="7635336" cy="4485760"/>
          </a:xfrm>
          <a:custGeom>
            <a:avLst/>
            <a:gdLst/>
            <a:ahLst/>
            <a:cxnLst/>
            <a:rect r="r" b="b" t="t" l="l"/>
            <a:pathLst>
              <a:path h="4485760" w="7635336">
                <a:moveTo>
                  <a:pt x="0" y="0"/>
                </a:moveTo>
                <a:lnTo>
                  <a:pt x="7635336" y="0"/>
                </a:lnTo>
                <a:lnTo>
                  <a:pt x="7635336" y="4485760"/>
                </a:lnTo>
                <a:lnTo>
                  <a:pt x="0" y="44857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719289" y="518783"/>
            <a:ext cx="11301259" cy="3164353"/>
          </a:xfrm>
          <a:custGeom>
            <a:avLst/>
            <a:gdLst/>
            <a:ahLst/>
            <a:cxnLst/>
            <a:rect r="r" b="b" t="t" l="l"/>
            <a:pathLst>
              <a:path h="3164353" w="11301259">
                <a:moveTo>
                  <a:pt x="0" y="0"/>
                </a:moveTo>
                <a:lnTo>
                  <a:pt x="11301259" y="0"/>
                </a:lnTo>
                <a:lnTo>
                  <a:pt x="11301259" y="3164353"/>
                </a:lnTo>
                <a:lnTo>
                  <a:pt x="0" y="31643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719289" y="5143500"/>
            <a:ext cx="11301259" cy="4845415"/>
          </a:xfrm>
          <a:custGeom>
            <a:avLst/>
            <a:gdLst/>
            <a:ahLst/>
            <a:cxnLst/>
            <a:rect r="r" b="b" t="t" l="l"/>
            <a:pathLst>
              <a:path h="4845415" w="11301259">
                <a:moveTo>
                  <a:pt x="0" y="0"/>
                </a:moveTo>
                <a:lnTo>
                  <a:pt x="11301259" y="0"/>
                </a:lnTo>
                <a:lnTo>
                  <a:pt x="11301259" y="4845415"/>
                </a:lnTo>
                <a:lnTo>
                  <a:pt x="0" y="48454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51837" y="0"/>
            <a:ext cx="11836163" cy="10287000"/>
            <a:chOff x="0" y="0"/>
            <a:chExt cx="3117343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17343" cy="2709333"/>
            </a:xfrm>
            <a:custGeom>
              <a:avLst/>
              <a:gdLst/>
              <a:ahLst/>
              <a:cxnLst/>
              <a:rect r="r" b="b" t="t" l="l"/>
              <a:pathLst>
                <a:path h="2709333" w="3117343">
                  <a:moveTo>
                    <a:pt x="0" y="0"/>
                  </a:moveTo>
                  <a:lnTo>
                    <a:pt x="3117343" y="0"/>
                  </a:lnTo>
                  <a:lnTo>
                    <a:pt x="311734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5A5A2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11734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635000" y="731433"/>
            <a:ext cx="1373001" cy="1048629"/>
          </a:xfrm>
          <a:custGeom>
            <a:avLst/>
            <a:gdLst/>
            <a:ahLst/>
            <a:cxnLst/>
            <a:rect r="r" b="b" t="t" l="l"/>
            <a:pathLst>
              <a:path h="1048629" w="1373001">
                <a:moveTo>
                  <a:pt x="0" y="0"/>
                </a:moveTo>
                <a:lnTo>
                  <a:pt x="1373001" y="0"/>
                </a:lnTo>
                <a:lnTo>
                  <a:pt x="1373001" y="1048629"/>
                </a:lnTo>
                <a:lnTo>
                  <a:pt x="0" y="10486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7939752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0" y="0"/>
                </a:moveTo>
                <a:lnTo>
                  <a:pt x="1726413" y="0"/>
                </a:lnTo>
                <a:lnTo>
                  <a:pt x="1726413" y="1318548"/>
                </a:lnTo>
                <a:lnTo>
                  <a:pt x="0" y="13185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72274" y="2590655"/>
            <a:ext cx="7635336" cy="4485760"/>
          </a:xfrm>
          <a:custGeom>
            <a:avLst/>
            <a:gdLst/>
            <a:ahLst/>
            <a:cxnLst/>
            <a:rect r="r" b="b" t="t" l="l"/>
            <a:pathLst>
              <a:path h="4485760" w="7635336">
                <a:moveTo>
                  <a:pt x="0" y="0"/>
                </a:moveTo>
                <a:lnTo>
                  <a:pt x="7635336" y="0"/>
                </a:lnTo>
                <a:lnTo>
                  <a:pt x="7635336" y="4485760"/>
                </a:lnTo>
                <a:lnTo>
                  <a:pt x="0" y="44857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719289" y="1028700"/>
            <a:ext cx="11301259" cy="1949467"/>
          </a:xfrm>
          <a:custGeom>
            <a:avLst/>
            <a:gdLst/>
            <a:ahLst/>
            <a:cxnLst/>
            <a:rect r="r" b="b" t="t" l="l"/>
            <a:pathLst>
              <a:path h="1949467" w="11301259">
                <a:moveTo>
                  <a:pt x="0" y="0"/>
                </a:moveTo>
                <a:lnTo>
                  <a:pt x="11301259" y="0"/>
                </a:lnTo>
                <a:lnTo>
                  <a:pt x="11301259" y="1949467"/>
                </a:lnTo>
                <a:lnTo>
                  <a:pt x="0" y="19494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719289" y="6856782"/>
            <a:ext cx="11301259" cy="2401518"/>
          </a:xfrm>
          <a:custGeom>
            <a:avLst/>
            <a:gdLst/>
            <a:ahLst/>
            <a:cxnLst/>
            <a:rect r="r" b="b" t="t" l="l"/>
            <a:pathLst>
              <a:path h="2401518" w="11301259">
                <a:moveTo>
                  <a:pt x="0" y="0"/>
                </a:moveTo>
                <a:lnTo>
                  <a:pt x="11301259" y="0"/>
                </a:lnTo>
                <a:lnTo>
                  <a:pt x="11301259" y="2401518"/>
                </a:lnTo>
                <a:lnTo>
                  <a:pt x="0" y="2401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67619" y="3566858"/>
            <a:ext cx="8352763" cy="3000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44"/>
              </a:lnSpc>
            </a:pPr>
            <a:r>
              <a:rPr lang="en-US" sz="8727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Danke für eure</a:t>
            </a:r>
          </a:p>
          <a:p>
            <a:pPr algn="ctr">
              <a:lnSpc>
                <a:spcPts val="12044"/>
              </a:lnSpc>
            </a:pPr>
            <a:r>
              <a:rPr lang="en-US" sz="8727">
                <a:solidFill>
                  <a:srgbClr val="717236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Aufmerksamkeit</a:t>
            </a:r>
          </a:p>
        </p:txBody>
      </p:sp>
      <p:sp>
        <p:nvSpPr>
          <p:cNvPr name="Freeform 3" id="3"/>
          <p:cNvSpPr/>
          <p:nvPr/>
        </p:nvSpPr>
        <p:spPr>
          <a:xfrm flipH="true" flipV="false" rot="0">
            <a:off x="13854371" y="5755552"/>
            <a:ext cx="1726413" cy="1318548"/>
          </a:xfrm>
          <a:custGeom>
            <a:avLst/>
            <a:gdLst/>
            <a:ahLst/>
            <a:cxnLst/>
            <a:rect r="r" b="b" t="t" l="l"/>
            <a:pathLst>
              <a:path h="1318548" w="1726413">
                <a:moveTo>
                  <a:pt x="1726413" y="0"/>
                </a:moveTo>
                <a:lnTo>
                  <a:pt x="0" y="0"/>
                </a:lnTo>
                <a:lnTo>
                  <a:pt x="0" y="1318548"/>
                </a:lnTo>
                <a:lnTo>
                  <a:pt x="1726413" y="1318548"/>
                </a:lnTo>
                <a:lnTo>
                  <a:pt x="17264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418501" y="1900608"/>
            <a:ext cx="1648591" cy="1259111"/>
          </a:xfrm>
          <a:custGeom>
            <a:avLst/>
            <a:gdLst/>
            <a:ahLst/>
            <a:cxnLst/>
            <a:rect r="r" b="b" t="t" l="l"/>
            <a:pathLst>
              <a:path h="1259111" w="1648591">
                <a:moveTo>
                  <a:pt x="0" y="0"/>
                </a:moveTo>
                <a:lnTo>
                  <a:pt x="1648591" y="0"/>
                </a:lnTo>
                <a:lnTo>
                  <a:pt x="1648591" y="1259111"/>
                </a:lnTo>
                <a:lnTo>
                  <a:pt x="0" y="1259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589396">
            <a:off x="-900555" y="1971844"/>
            <a:ext cx="2605102" cy="3345235"/>
          </a:xfrm>
          <a:custGeom>
            <a:avLst/>
            <a:gdLst/>
            <a:ahLst/>
            <a:cxnLst/>
            <a:rect r="r" b="b" t="t" l="l"/>
            <a:pathLst>
              <a:path h="3345235" w="2605102">
                <a:moveTo>
                  <a:pt x="0" y="0"/>
                </a:moveTo>
                <a:lnTo>
                  <a:pt x="2605102" y="0"/>
                </a:lnTo>
                <a:lnTo>
                  <a:pt x="2605102" y="3345235"/>
                </a:lnTo>
                <a:lnTo>
                  <a:pt x="0" y="33452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874648" y="6868216"/>
            <a:ext cx="5644997" cy="2878949"/>
          </a:xfrm>
          <a:custGeom>
            <a:avLst/>
            <a:gdLst/>
            <a:ahLst/>
            <a:cxnLst/>
            <a:rect r="r" b="b" t="t" l="l"/>
            <a:pathLst>
              <a:path h="2878949" w="5644997">
                <a:moveTo>
                  <a:pt x="0" y="0"/>
                </a:moveTo>
                <a:lnTo>
                  <a:pt x="5644997" y="0"/>
                </a:lnTo>
                <a:lnTo>
                  <a:pt x="5644997" y="2878949"/>
                </a:lnTo>
                <a:lnTo>
                  <a:pt x="0" y="2878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62551" y="7074100"/>
            <a:ext cx="3453671" cy="4780167"/>
          </a:xfrm>
          <a:custGeom>
            <a:avLst/>
            <a:gdLst/>
            <a:ahLst/>
            <a:cxnLst/>
            <a:rect r="r" b="b" t="t" l="l"/>
            <a:pathLst>
              <a:path h="4780167" w="3453671">
                <a:moveTo>
                  <a:pt x="0" y="0"/>
                </a:moveTo>
                <a:lnTo>
                  <a:pt x="3453671" y="0"/>
                </a:lnTo>
                <a:lnTo>
                  <a:pt x="3453671" y="4780167"/>
                </a:lnTo>
                <a:lnTo>
                  <a:pt x="0" y="47801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129385" y="-571642"/>
            <a:ext cx="4129915" cy="3200684"/>
          </a:xfrm>
          <a:custGeom>
            <a:avLst/>
            <a:gdLst/>
            <a:ahLst/>
            <a:cxnLst/>
            <a:rect r="r" b="b" t="t" l="l"/>
            <a:pathLst>
              <a:path h="3200684" w="4129915">
                <a:moveTo>
                  <a:pt x="0" y="0"/>
                </a:moveTo>
                <a:lnTo>
                  <a:pt x="4129915" y="0"/>
                </a:lnTo>
                <a:lnTo>
                  <a:pt x="4129915" y="3200684"/>
                </a:lnTo>
                <a:lnTo>
                  <a:pt x="0" y="320068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DAHMuByJofU</dc:identifier>
  <dcterms:modified xsi:type="dcterms:W3CDTF">2011-08-01T06:04:30Z</dcterms:modified>
  <cp:revision>1</cp:revision>
  <dc:title>Oréon</dc:title>
</cp:coreProperties>
</file>